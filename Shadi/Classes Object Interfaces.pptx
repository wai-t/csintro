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9375-4086-A738-CA0B-7B70187FC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AD2CBB-8DB9-8E5F-362B-28F146568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3AC7A-8435-8640-BAEE-DD6E81EF2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FD52-7DA3-4CE8-B196-01EDD9933772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2351B-1C70-C35D-FC80-5B796AFF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6B485-BFF5-B00A-FB08-028557CA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B1A7C-F79E-44DD-BC7E-DA592B97D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609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E7CE-B7AD-E732-5402-0A0695661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9987A-6F4F-C458-E9B3-9546D4A58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8FC66-0238-D3CE-0A30-BBAF7875B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FD52-7DA3-4CE8-B196-01EDD9933772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F7A3C-3AEA-1192-8EC3-55AEBA723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9572B-74DC-1CEA-C659-CB171B166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B1A7C-F79E-44DD-BC7E-DA592B97D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441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D974-F5FB-8C73-C3A2-EF9D15AC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BF633-E49C-08D0-0B4A-13ACA2545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38DE7-8733-FC6B-E591-20E145347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FD52-7DA3-4CE8-B196-01EDD9933772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814D8-DFE6-CA9C-2B34-ED701FBF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DDB5D-211A-F4F0-6742-86CC434C7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B1A7C-F79E-44DD-BC7E-DA592B97D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309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63D72-FBF0-DBF4-E5AC-17678CB1C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5D8BF-C9FB-DB96-0E73-E0FF9B855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F67A3-6162-FE37-17AF-13A62BB2E6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15C5C-BA9D-C0B9-9CAB-1283AD817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FD52-7DA3-4CE8-B196-01EDD9933772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A4C0FB-BCDC-6F0E-F17E-17FDFF878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A6306-E167-B418-B63D-3101EE31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B1A7C-F79E-44DD-BC7E-DA592B97D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97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3D75A-BA53-1B2D-63FA-809EA4D8C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383D0-2235-B969-B436-A520A5820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EAA2ED-2C52-C575-2EF6-302BA7D4E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78C93A-EEA8-BED5-6E90-D04EC0AB87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E80F31-0E21-EA00-FB57-119DBAA5E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2C3563-F59F-C880-FC1D-D97F004FC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FD52-7DA3-4CE8-B196-01EDD9933772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805D8E-918E-5487-81E9-9395257C7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E12B77-1DE9-8470-C472-1ADF6447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B1A7C-F79E-44DD-BC7E-DA592B97D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839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E0411-5D01-4DA0-EC29-0DD47DE40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B80A34-ECC8-3BC0-A015-540D98ED7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FD52-7DA3-4CE8-B196-01EDD9933772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856655-B6BD-FABC-117C-BED2AEC88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53BF7B-9DEE-CE67-9E47-CAB39B852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B1A7C-F79E-44DD-BC7E-DA592B97D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033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2141DB-820A-AC26-5C88-D685E9011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FD52-7DA3-4CE8-B196-01EDD9933772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37D62E-A414-15E6-C48B-5684D848A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75D4B-0550-8FA8-9382-06264067A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B1A7C-F79E-44DD-BC7E-DA592B97D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297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B101-0BED-D6D0-8FE4-6AECB27DC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98B79-E5BB-A092-200A-05EA4DB5B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69F1E-F262-CEF7-FB13-617DA74F1E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FE08F-F53E-88D5-6934-CA0C76ED1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FD52-7DA3-4CE8-B196-01EDD9933772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5AC47-759C-DB57-888C-207CD780F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7C13A9-FE13-0EE5-4104-4164168FC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B1A7C-F79E-44DD-BC7E-DA592B97D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787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2E378-ADC9-F08A-A96F-8E6E134B2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B19D21-36CB-A6EA-54FF-1692211C7C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34D492-6DFF-2A53-C8E7-44DE262FA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B12D6D-F9D1-03BC-063D-1E29B10BD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FD52-7DA3-4CE8-B196-01EDD9933772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0C2B5A-FB5A-97CC-ABF0-A9AE7D84C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3C430A-76A6-8E2F-621B-B2DAAB591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B1A7C-F79E-44DD-BC7E-DA592B97D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920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DB241-B2A3-7DEC-AE72-56E52A138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75189-3FE7-EF0D-80CE-23C0AAE2C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99C5C-6514-C2C9-B524-FB399173E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FD52-7DA3-4CE8-B196-01EDD9933772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0D7E3-7FFB-EA83-7E1C-03F51C0F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96D17-235A-88BA-543A-D19C6E73E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B1A7C-F79E-44DD-BC7E-DA592B97D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9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1A669B-2CC2-3082-9435-0456462654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19281-271B-55D9-6F1C-BBBBD4697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7EB5C-DC12-36BB-798C-181E4EEA0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CFD52-7DA3-4CE8-B196-01EDD9933772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5EC66-152C-EABE-4437-BC6528A75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BA443-73CD-270C-489E-4FFD2078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B1A7C-F79E-44DD-BC7E-DA592B97D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7237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BE3BA4-87B1-5C43-1622-9A0A0ACE4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0D263-DDBC-6011-A48A-502A6DA4F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C3FC1-9239-E48A-C2B4-994DF456D4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CFD52-7DA3-4CE8-B196-01EDD9933772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C20D-D0D6-0C4D-AB0F-E6F60B992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32BD3-5722-A90A-9BE3-83C3A13E7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B1A7C-F79E-44DD-BC7E-DA592B97D30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09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4CC80835-003C-E15C-92A0-87CC10B652F6}"/>
              </a:ext>
            </a:extLst>
          </p:cNvPr>
          <p:cNvSpPr/>
          <p:nvPr/>
        </p:nvSpPr>
        <p:spPr>
          <a:xfrm>
            <a:off x="3722253" y="1863760"/>
            <a:ext cx="3419856" cy="227685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dirty="0"/>
              <a:t>CHILD1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A6E6B25-15A0-AC3A-E878-3A1A71C067C4}"/>
              </a:ext>
            </a:extLst>
          </p:cNvPr>
          <p:cNvSpPr/>
          <p:nvPr/>
        </p:nvSpPr>
        <p:spPr>
          <a:xfrm>
            <a:off x="4535053" y="2514600"/>
            <a:ext cx="1828800" cy="101498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BASE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579B44-7B3A-89E5-829C-9666839F974F}"/>
              </a:ext>
            </a:extLst>
          </p:cNvPr>
          <p:cNvSpPr/>
          <p:nvPr/>
        </p:nvSpPr>
        <p:spPr>
          <a:xfrm>
            <a:off x="2955635" y="1117600"/>
            <a:ext cx="4987637" cy="319532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D5D601-978B-87AF-6A59-ECB0359FC6BE}"/>
              </a:ext>
            </a:extLst>
          </p:cNvPr>
          <p:cNvSpPr txBox="1"/>
          <p:nvPr/>
        </p:nvSpPr>
        <p:spPr>
          <a:xfrm>
            <a:off x="4941453" y="2715260"/>
            <a:ext cx="101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Fields and Methods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B56FC6-F190-BB14-0272-395002A7015D}"/>
              </a:ext>
            </a:extLst>
          </p:cNvPr>
          <p:cNvSpPr txBox="1"/>
          <p:nvPr/>
        </p:nvSpPr>
        <p:spPr>
          <a:xfrm>
            <a:off x="5764091" y="2185877"/>
            <a:ext cx="101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Fields and Methods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C4598F-0283-50A0-CFF4-1CCCEE6C4D05}"/>
              </a:ext>
            </a:extLst>
          </p:cNvPr>
          <p:cNvSpPr txBox="1"/>
          <p:nvPr/>
        </p:nvSpPr>
        <p:spPr>
          <a:xfrm>
            <a:off x="6045800" y="1554941"/>
            <a:ext cx="101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Fields and Methods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D7185-7050-32CB-6D60-A590E5893507}"/>
              </a:ext>
            </a:extLst>
          </p:cNvPr>
          <p:cNvSpPr txBox="1"/>
          <p:nvPr/>
        </p:nvSpPr>
        <p:spPr>
          <a:xfrm>
            <a:off x="184727" y="2179782"/>
            <a:ext cx="2023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Child2 a = new Child2()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C6D5E90-D214-D5E2-7003-5F9A1A0FB4FC}"/>
              </a:ext>
            </a:extLst>
          </p:cNvPr>
          <p:cNvCxnSpPr/>
          <p:nvPr/>
        </p:nvCxnSpPr>
        <p:spPr>
          <a:xfrm flipV="1">
            <a:off x="2290618" y="2272145"/>
            <a:ext cx="766618" cy="110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8FB192C-0593-FA1D-4E0A-B66278C2A0DF}"/>
              </a:ext>
            </a:extLst>
          </p:cNvPr>
          <p:cNvSpPr txBox="1"/>
          <p:nvPr/>
        </p:nvSpPr>
        <p:spPr>
          <a:xfrm>
            <a:off x="1514764" y="3911908"/>
            <a:ext cx="1354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Child1 b = 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BD33D25-D20D-E55D-4454-38D4EA02BE1C}"/>
              </a:ext>
            </a:extLst>
          </p:cNvPr>
          <p:cNvCxnSpPr/>
          <p:nvPr/>
        </p:nvCxnSpPr>
        <p:spPr>
          <a:xfrm flipV="1">
            <a:off x="2955635" y="3306618"/>
            <a:ext cx="914401" cy="605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462A4A8-D8CA-DE05-51DE-D16A188E31AC}"/>
              </a:ext>
            </a:extLst>
          </p:cNvPr>
          <p:cNvSpPr txBox="1"/>
          <p:nvPr/>
        </p:nvSpPr>
        <p:spPr>
          <a:xfrm>
            <a:off x="3195782" y="4932218"/>
            <a:ext cx="1616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BASE c = a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7B38165-A698-808B-8929-662B5E74F75D}"/>
              </a:ext>
            </a:extLst>
          </p:cNvPr>
          <p:cNvCxnSpPr>
            <a:stCxn id="17" idx="0"/>
          </p:cNvCxnSpPr>
          <p:nvPr/>
        </p:nvCxnSpPr>
        <p:spPr>
          <a:xfrm flipV="1">
            <a:off x="4003964" y="3450243"/>
            <a:ext cx="937489" cy="14819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4D9403AA-E853-84AE-7993-7933D94F26C6}"/>
              </a:ext>
            </a:extLst>
          </p:cNvPr>
          <p:cNvSpPr/>
          <p:nvPr/>
        </p:nvSpPr>
        <p:spPr>
          <a:xfrm>
            <a:off x="6534725" y="2940242"/>
            <a:ext cx="471055" cy="366376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EF39840-C7EB-3388-B3F7-11B3A82C2AC1}"/>
              </a:ext>
            </a:extLst>
          </p:cNvPr>
          <p:cNvSpPr/>
          <p:nvPr/>
        </p:nvSpPr>
        <p:spPr>
          <a:xfrm>
            <a:off x="6244982" y="3346396"/>
            <a:ext cx="471055" cy="366376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ACBBA25-820E-99C5-1EBA-30E19C4D29B3}"/>
              </a:ext>
            </a:extLst>
          </p:cNvPr>
          <p:cNvSpPr/>
          <p:nvPr/>
        </p:nvSpPr>
        <p:spPr>
          <a:xfrm>
            <a:off x="5606470" y="3624911"/>
            <a:ext cx="471055" cy="366376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491F47F-1D80-26EC-7100-91B917B097CD}"/>
              </a:ext>
            </a:extLst>
          </p:cNvPr>
          <p:cNvSpPr/>
          <p:nvPr/>
        </p:nvSpPr>
        <p:spPr>
          <a:xfrm>
            <a:off x="5773927" y="2891266"/>
            <a:ext cx="471055" cy="366376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8FFA5C2-6240-AAC4-B111-529DE8476F73}"/>
              </a:ext>
            </a:extLst>
          </p:cNvPr>
          <p:cNvSpPr/>
          <p:nvPr/>
        </p:nvSpPr>
        <p:spPr>
          <a:xfrm>
            <a:off x="7121836" y="2327563"/>
            <a:ext cx="471055" cy="366376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15003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Wai T</dc:creator>
  <cp:lastModifiedBy>Wai T</cp:lastModifiedBy>
  <cp:revision>1</cp:revision>
  <dcterms:created xsi:type="dcterms:W3CDTF">2025-11-14T20:06:07Z</dcterms:created>
  <dcterms:modified xsi:type="dcterms:W3CDTF">2025-11-14T20:06:47Z</dcterms:modified>
</cp:coreProperties>
</file>